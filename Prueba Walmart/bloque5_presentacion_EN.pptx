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Growth by Format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 Sales Growth %</c:v>
                </c:pt>
              </c:strCache>
            </c:strRef>
          </c:tx>
          <c:spPr>
            <a:solidFill>
              <a:srgbClr val="5B7F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EXPRESS</c:v>
                  </c:pt>
                  <c:pt idx="1">
                    <c:v>HIPERMERCADO</c:v>
                  </c:pt>
                  <c:pt idx="2">
                    <c:v>SUPERMERCADO</c:v>
                  </c:pt>
                  <c:pt idx="3">
                    <c:v>DESCUENTO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13.4</c:v>
                </c:pt>
                <c:pt idx="1">
                  <c:v>7.7</c:v>
                </c:pt>
                <c:pt idx="2">
                  <c:v>5.3</c:v>
                </c:pt>
                <c:pt idx="3">
                  <c:v>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Productivity Program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sales data · 40 stores · 5 countries in Central America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4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449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productivity is uneven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stores (10 of 40) sell less per square meter than similar stores in the same format. This is a clear, fixable performance gap.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4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0449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product display works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7033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that tested a new in-store display grew 8 points more than stores without it — a real, proven result (p=0.02), driven by more customer visits.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3317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4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449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needs attention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7033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found real issues: 2 stores had conflicting test assignments, and several vendor and price records need cleanup before the next planning cycle.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0908792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VP of Operations  ·  Findings and full methodology in the supporting workbook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Sales growth vs. same period last year (stores open 13+ months)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957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 Sales growth,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eligible stores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0" y="1508760"/>
          <a:ext cx="42062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503920" y="150876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market: EXPRESS in Costa Rica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+27.4% growth — the strongest result in the whole chain.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32520" y="2578608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market: DESCUENTO in Guatemala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990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-1.7% growth — the only format/country combo losing sales.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5661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224528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 peak in late November and December (Black Friday + holiday shopping) — the strongest 4 weeks of the year.
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 dip hardest in late January and early February — the post-holiday spending slowdown seen across Central America.
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 stores swing the most between good and bad weeks — plan staffing and inventory with more flexibility for this format.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Multi-Format Chain · Central America — Store Productivity Program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areas with clear, quantified upside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5B7F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10 underperforming stores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7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stores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stores sell below the bottom 25% of their own format on sales per square meter. Closing even half this gap would meaningfully raise chain-wide productivity.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502920" cy="5029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Renegotiate vendor costs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 of vendors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9 in 10 vendor-category combinations return less margin than their cost (GMROI below 1.0). A cost or price review with top vendors is the highest-leverage lever available.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828800"/>
            <a:ext cx="502920" cy="502920"/>
          </a:xfrm>
          <a:prstGeom prst="ellipse">
            <a:avLst/>
          </a:prstGeom>
          <a:solidFill>
            <a:srgbClr val="D6A2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loyalty sign-ups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 joined in month 1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loyalty members joined in the program's first 3 months; new sign-ups have almost stopped since. A fresh acquisition push can reopen this growth channel.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Multi-Format Chain · Central America — Store Productivity Program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hurt performance if left unaddressed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9050">
            <a:solidFill>
              <a:srgbClr val="F3D4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D645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customer drop-off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-35 pts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customer retention falls about 35 percentage points between the first purchase and month 1 — the sharpest drop in the customer lifecycle. Most loyalty sign-ups may be one-time, not real repeat customers.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9050">
            <a:solidFill>
              <a:srgbClr val="F3D4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stock-out losses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 days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store-item combinations show no sales for over 6 months, which may point to real stock-outs. The longest gap found is 196 days. This needs confirmation against real inventory records before acting.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9050">
            <a:solidFill>
              <a:srgbClr val="F3D4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8288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gaps found in audit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stores + 5 SKUs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stores were assigned to both sides of the display test at once, making their results unusable. 5 products reference a vendor that does not exist in the vendor list. Both should be fixed before the next analysis cycle.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Multi-Format Chain · Central America — Store Productivity Program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do, who owns it, and by when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10908792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12848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Roll out the new display to 30-40% more stores, chosen across all 4 formats.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2128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Team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22128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within 4 weeks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10908792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54096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Review the 10 underperforming stores for staffing, layout, or local execution issues.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30540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908792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95344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Open cost talks with the vendors below 1.0 GMROI, starting with the largest by volume.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89534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89534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this quarter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10908792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736592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Launch a new loyalty sign-up campaign to reverse the drop in new members.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473659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473659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60 days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522976"/>
            <a:ext cx="10908792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577840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Fix the 2 mismatched test stores and 5 unknown-vendor products in the source data.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5577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5577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weeks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Multi-Format Chain · Central America — Store Productivity Program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2026-08-28T08:51:49Z</dcterms:created>
  <dcterms:modified xsi:type="dcterms:W3CDTF">2026-08-28T08:51:49Z</dcterms:modified>
</cp:coreProperties>
</file>